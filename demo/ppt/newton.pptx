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1371600"/>
            <a:ext cx="6400800" cy="64008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023360"/>
            <a:ext cx="3840480" cy="38404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6B6D4"/>
                </a:solidFill>
                <a:latin typeface="Poppins"/>
              </a:rPr>
              <a:t>CLASS 9 · PHYSICS · FORCE AND LAWS OF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6583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Poppins"/>
              </a:rPr>
              <a:t>Newton's Laws of 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93A4CF"/>
                </a:solidFill>
                <a:latin typeface="Poppins"/>
              </a:rPr>
              <a:t>Force aur motion ke teen niyam — simple examples aur solved numericals ke saath.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Force kya hai?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Push ya pull ko force kehte hain.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Force cheez ki speed, direction ya shape badal sakta hai.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SI unit: newton (N).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Balanced forces se motion nahi badalta; unbalanced forces se badalta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Poppins"/>
              </a:rPr>
              <a:t>1 newton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8E2FF"/>
                </a:solidFill>
                <a:latin typeface="Poppins"/>
              </a:rPr>
              <a:t>1 kg mass mein 1 m/s² acceleration paida karne wala force.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LAW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First Law: Inertia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Niyam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Koi cheez apni rest ya uniform motion ki state mein rehti hai jab tak us par unbalanced force na lage.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Bus achanak chalne par yatri peeche ki taraf jhukte hain.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Inertia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Zyada mass = zyada inertia. Truck ko rokna cycle se mushkil hai.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LAW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Second Law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2011680"/>
          </a:xfrm>
          <a:prstGeom prst="roundRect">
            <a:avLst>
              <a:gd name="adj" fmla="val 8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06B6D4"/>
                </a:solidFill>
                <a:latin typeface="Poppins"/>
              </a:rPr>
              <a:t>F = m ×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93A4CF"/>
                </a:solidFill>
                <a:latin typeface="Poppins"/>
              </a:rPr>
              <a:t>Force = mass × acceleration. Momentum ke change ki rate lagaye gaye force ke barabar hoti hai.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LAW 2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Momentum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Momentum p = m × v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SI unit: kg·m/s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Momentum ek vector quantity hai: direction velocity wali.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60350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Cricket fielder haath peeche khinchta hai taaki force kam lage.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6B6D4"/>
                </a:solidFill>
                <a:latin typeface="Poppins"/>
              </a:rPr>
              <a:t>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606040"/>
            <a:ext cx="33832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D8E2FF"/>
                </a:solidFill>
                <a:latin typeface="Poppins"/>
              </a:rPr>
              <a:t>m = 2 kg, v = 5 m/s
p = 2 × 5 = 10 kg·m/s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PRACTICE WITH F = 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Solved Numerical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30352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30352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5 kg ki trolley par 20 N ka force lagta hai. Acceleration kitna hoga?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5303520" cy="12801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154680"/>
            <a:ext cx="4754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a = F / m
a = 20 / 5
a = 4 m/s²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LAW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Third Law: Action–Reaction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Niyam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Har action ke barabar aur opposite reaction hota hai.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008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50080" y="1920240"/>
            <a:ext cx="3444240" cy="12801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40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Rocket gas neeche phenkta hai, gas rocket ko upar dhakelti hai.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68640" y="1920240"/>
            <a:ext cx="3444240" cy="3931920"/>
          </a:xfrm>
          <a:prstGeom prst="roundRect">
            <a:avLst>
              <a:gd name="adj" fmla="val 7000"/>
            </a:avLst>
          </a:prstGeom>
          <a:solidFill>
            <a:srgbClr val="132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68640" y="1920240"/>
            <a:ext cx="3444240" cy="12801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2960" y="2286000"/>
            <a:ext cx="289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Poppins"/>
              </a:rPr>
              <a:t>Dhyan dein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2960" y="3154680"/>
            <a:ext cx="28956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8E2FF"/>
                </a:solidFill>
                <a:latin typeface="Poppins"/>
              </a:rPr>
              <a:t>Action aur reaction alag-alag objects par lagte hain.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Rozana ki zindagi mein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8424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Chalte waqt hum zameen ko peeche dhakelte hain.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85292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4319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Bandook chalane par recoil (peeche dhakka).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21607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61187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Seat belt inertia se hone wali chot se bachata hai.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590287"/>
            <a:ext cx="292608" cy="29260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480559"/>
            <a:ext cx="100584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D8E2FF"/>
                </a:solidFill>
                <a:latin typeface="Poppins"/>
              </a:rPr>
              <a:t>Swimming mein paani ko peeche dhakelna.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6B6D4"/>
                </a:solidFill>
                <a:latin typeface="Poppins"/>
              </a:rPr>
              <a:t>CHECK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Poppins"/>
              </a:rPr>
              <a:t>Practice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Q1. Inertia kis par depend karta hai?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8600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3A4CF"/>
                </a:solidFill>
                <a:latin typeface="Poppins"/>
              </a:rPr>
              <a:t>(a) Speed     (b) Mass     (c)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Q2. 10 kg par 30 N force se acceleration?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4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3A4CF"/>
                </a:solidFill>
                <a:latin typeface="Poppins"/>
              </a:rPr>
              <a:t>(a) 3 m/s²     (b) 300 m/s²     (c) 0.3 m/s²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Poppins"/>
              </a:rPr>
              <a:t>Q3. Rocket kis law par chalta hai?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2120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93A4CF"/>
                </a:solidFill>
                <a:latin typeface="Poppins"/>
              </a:rPr>
              <a:t>(a) First     (b) Second     (c) Third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3A4CF"/>
                </a:solidFill>
                <a:latin typeface="Poppins"/>
              </a:rPr>
              <a:t>Newton's Laws of Motion · Class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93A4CF"/>
                </a:solidFill>
                <a:latin typeface="Poppi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Poppins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93A4CF"/>
                </a:solidFill>
                <a:latin typeface="Poppins"/>
              </a:rPr>
              <a:t>Answers: Q1 (b) · Q2 (a) · Q3 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