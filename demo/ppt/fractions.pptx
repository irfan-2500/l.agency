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1371600"/>
            <a:ext cx="6400800" cy="64008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4023360"/>
            <a:ext cx="3840480" cy="38404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855F7"/>
                </a:solidFill>
                <a:latin typeface="Poppins"/>
              </a:rPr>
              <a:t>CLASS 5 · MATHEMATICS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65836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4C1D95"/>
                </a:solidFill>
                <a:latin typeface="Poppins"/>
              </a:rPr>
              <a:t>Fractions Made Easy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6583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7C6A94"/>
                </a:solidFill>
                <a:latin typeface="Poppins"/>
              </a:rPr>
              <a:t>Pizza, roti aur chocolate ke saath fractions seekhein!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855F7"/>
                </a:solidFill>
                <a:latin typeface="Poppins"/>
              </a:rPr>
              <a:t>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4C1D95"/>
                </a:solidFill>
                <a:latin typeface="Poppins"/>
              </a:rPr>
              <a:t>Fraction kya hai?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A855F7"/>
                </a:solidFill>
                <a:latin typeface="Poppins"/>
              </a:rPr>
              <a:t>3 /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7C6A94"/>
                </a:solidFill>
                <a:latin typeface="Poppins"/>
              </a:rPr>
              <a:t>Upar wala number (numerator) batata hai kitne hisse liye. Neeche wala (denominator) batata hai kul kitne barabar hisse hain.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C6A94"/>
                </a:solidFill>
                <a:latin typeface="Poppins"/>
              </a:rPr>
              <a:t>Fractions Made Easy · Class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7C6A94"/>
                </a:solidFill>
                <a:latin typeface="Poppi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855F7"/>
                </a:solidFill>
                <a:latin typeface="Poppins"/>
              </a:rPr>
              <a:t>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4C1D95"/>
                </a:solidFill>
                <a:latin typeface="Poppins"/>
              </a:rPr>
              <a:t>Fraction ke hisse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44240" cy="12801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C1D95"/>
                </a:solidFill>
                <a:latin typeface="Poppins"/>
              </a:rPr>
              <a:t>Numerator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B2A52"/>
                </a:solidFill>
                <a:latin typeface="Poppins"/>
              </a:rPr>
              <a:t>Upar ka number. Kitne hisse humne liye.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008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0080" y="1920240"/>
            <a:ext cx="3444240" cy="12801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440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C1D95"/>
                </a:solidFill>
                <a:latin typeface="Poppins"/>
              </a:rPr>
              <a:t>Denominator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B2A52"/>
                </a:solidFill>
                <a:latin typeface="Poppins"/>
              </a:rPr>
              <a:t>Neeche ka number. Poori cheez ke kul barabar hisse.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864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8640" y="1920240"/>
            <a:ext cx="3444240" cy="12801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296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C1D95"/>
                </a:solidFill>
                <a:latin typeface="Poppins"/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296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B2A52"/>
                </a:solidFill>
                <a:latin typeface="Poppins"/>
              </a:rPr>
              <a:t>Pizza ke 8 tukdon mein se 3 khaye = 3/8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C6A94"/>
                </a:solidFill>
                <a:latin typeface="Poppins"/>
              </a:rPr>
              <a:t>Fractions Made Easy · Class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7C6A94"/>
                </a:solidFill>
                <a:latin typeface="Poppi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855F7"/>
                </a:solidFill>
                <a:latin typeface="Poppins"/>
              </a:rPr>
              <a:t>KITNE PRAKAR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4C1D95"/>
                </a:solidFill>
                <a:latin typeface="Poppins"/>
              </a:rPr>
              <a:t>Types of Fractions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44240" cy="12801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C1D95"/>
                </a:solidFill>
                <a:latin typeface="Poppins"/>
              </a:rPr>
              <a:t>Proper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B2A52"/>
                </a:solidFill>
                <a:latin typeface="Poppins"/>
              </a:rPr>
              <a:t>Numerator chhota: 2/5, 3/7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008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0080" y="1920240"/>
            <a:ext cx="3444240" cy="12801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440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C1D95"/>
                </a:solidFill>
                <a:latin typeface="Poppins"/>
              </a:rPr>
              <a:t>Improper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B2A52"/>
                </a:solidFill>
                <a:latin typeface="Poppins"/>
              </a:rPr>
              <a:t>Numerator bada: 7/4, 9/2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864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8640" y="1920240"/>
            <a:ext cx="3444240" cy="12801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296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C1D95"/>
                </a:solidFill>
                <a:latin typeface="Poppins"/>
              </a:rPr>
              <a:t>Mixed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296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B2A52"/>
                </a:solidFill>
                <a:latin typeface="Poppins"/>
              </a:rPr>
              <a:t>Whole + fraction: 1¾, 2½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C6A94"/>
                </a:solidFill>
                <a:latin typeface="Poppins"/>
              </a:rPr>
              <a:t>Fractions Made Easy · Class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7C6A94"/>
                </a:solidFill>
                <a:latin typeface="Poppi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855F7"/>
                </a:solidFill>
                <a:latin typeface="Poppins"/>
              </a:rPr>
              <a:t>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4C1D95"/>
                </a:solidFill>
                <a:latin typeface="Poppins"/>
              </a:rPr>
              <a:t>Like &amp; Unlike Fractions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84247"/>
            <a:ext cx="292608" cy="292608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B2A52"/>
                </a:solidFill>
                <a:latin typeface="Poppins"/>
              </a:rPr>
              <a:t>Like fractions: denominator same — 2/7, 5/7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52927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4319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B2A52"/>
                </a:solidFill>
                <a:latin typeface="Poppins"/>
              </a:rPr>
              <a:t>Unlike fractions: denominator alag — 1/3, 2/5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721607"/>
            <a:ext cx="292608" cy="292608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61187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B2A52"/>
                </a:solidFill>
                <a:latin typeface="Poppins"/>
              </a:rPr>
              <a:t>Like fractions ko seedha compare kar sakte hain.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590287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48055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B2A52"/>
                </a:solidFill>
                <a:latin typeface="Poppins"/>
              </a:rPr>
              <a:t>Bada numerator = bada fraction (jab denominator same ho).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82880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0574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855F7"/>
                </a:solidFill>
                <a:latin typeface="Poppins"/>
              </a:rPr>
              <a:t>Quick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606040"/>
            <a:ext cx="33832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3B2A52"/>
                </a:solidFill>
                <a:latin typeface="Poppins"/>
              </a:rPr>
              <a:t>5/9 aur 7/9 mein bada kaun?
→ 7/9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C6A94"/>
                </a:solidFill>
                <a:latin typeface="Poppins"/>
              </a:rPr>
              <a:t>Fractions Made Easy · Class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7C6A94"/>
                </a:solidFill>
                <a:latin typeface="Poppi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855F7"/>
                </a:solidFill>
                <a:latin typeface="Poppins"/>
              </a:rPr>
              <a:t>ADDITION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4C1D95"/>
                </a:solidFill>
                <a:latin typeface="Poppins"/>
              </a:rPr>
              <a:t>Like Fractions Jodna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A855F7"/>
                </a:solidFill>
                <a:latin typeface="Poppins"/>
              </a:rPr>
              <a:t>2/7 + 3/7 = 5/7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7C6A94"/>
                </a:solidFill>
                <a:latin typeface="Poppins"/>
              </a:rPr>
              <a:t>Denominator same rehta hai, sirf numerators jodte hain.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C6A94"/>
                </a:solidFill>
                <a:latin typeface="Poppins"/>
              </a:rPr>
              <a:t>Fractions Made Easy · Class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7C6A94"/>
                </a:solidFill>
                <a:latin typeface="Poppi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855F7"/>
                </a:solidFill>
                <a:latin typeface="Poppins"/>
              </a:rPr>
              <a:t>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4C1D95"/>
                </a:solidFill>
                <a:latin typeface="Poppins"/>
              </a:rPr>
              <a:t>Like Fractions Ghatana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A855F7"/>
                </a:solidFill>
                <a:latin typeface="Poppins"/>
              </a:rPr>
              <a:t>6/9 − 2/9 = 4/9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7C6A94"/>
                </a:solidFill>
                <a:latin typeface="Poppins"/>
              </a:rPr>
              <a:t>Denominator same rehta hai, sirf numerators ghatate hain.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C6A94"/>
                </a:solidFill>
                <a:latin typeface="Poppins"/>
              </a:rPr>
              <a:t>Fractions Made Easy · Class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7C6A94"/>
                </a:solidFill>
                <a:latin typeface="Poppi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855F7"/>
                </a:solidFill>
                <a:latin typeface="Poppins"/>
              </a:rPr>
              <a:t>SAME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4C1D95"/>
                </a:solidFill>
                <a:latin typeface="Poppins"/>
              </a:rPr>
              <a:t>Equivalent Fractions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84247"/>
            <a:ext cx="292608" cy="292608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B2A52"/>
                </a:solidFill>
                <a:latin typeface="Poppins"/>
              </a:rPr>
              <a:t>1/2 = 2/4 = 3/6 = 4/8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52927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4319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B2A52"/>
                </a:solidFill>
                <a:latin typeface="Poppins"/>
              </a:rPr>
              <a:t>Upar aur neeche dono ko same number se guna karo.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721607"/>
            <a:ext cx="292608" cy="292608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61187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B2A52"/>
                </a:solidFill>
                <a:latin typeface="Poppins"/>
              </a:rPr>
              <a:t>Ya dono ko same number se bhaag do.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590287"/>
            <a:ext cx="292608" cy="292608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48055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3B2A52"/>
                </a:solidFill>
                <a:latin typeface="Poppins"/>
              </a:rPr>
              <a:t>Sab ki value barabar hoti hai.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82880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0574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855F7"/>
                </a:solidFill>
                <a:latin typeface="Poppins"/>
              </a:rPr>
              <a:t>Try karo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606040"/>
            <a:ext cx="33832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3B2A52"/>
                </a:solidFill>
                <a:latin typeface="Poppins"/>
              </a:rPr>
              <a:t>2/3 ka equivalent fraction jiska denominator 9 ho?
→ 6/9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C6A94"/>
                </a:solidFill>
                <a:latin typeface="Poppins"/>
              </a:rPr>
              <a:t>Fractions Made Easy · Class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7C6A94"/>
                </a:solidFill>
                <a:latin typeface="Poppi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855F7"/>
                </a:solidFill>
                <a:latin typeface="Poppins"/>
              </a:rPr>
              <a:t>FUN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4C1D95"/>
                </a:solidFill>
                <a:latin typeface="Poppins"/>
              </a:rPr>
              <a:t>Quiz Time!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C1D95"/>
                </a:solidFill>
                <a:latin typeface="Poppins"/>
              </a:rPr>
              <a:t>Q1. 3/8 mein denominator kya hai?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7C6A94"/>
                </a:solidFill>
                <a:latin typeface="Poppins"/>
              </a:rPr>
              <a:t>(a) 3     (b) 8     (c)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C1D95"/>
                </a:solidFill>
                <a:latin typeface="Poppins"/>
              </a:rPr>
              <a:t>Q2. 4/10 + 3/10 =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4904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7C6A94"/>
                </a:solidFill>
                <a:latin typeface="Poppins"/>
              </a:rPr>
              <a:t>(a) 7/10     (b) 7/20     (c) 1/10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5488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C1D95"/>
                </a:solidFill>
                <a:latin typeface="Poppins"/>
              </a:rPr>
              <a:t>Q3. Kaunsa improper fraction hai?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21208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7C6A94"/>
                </a:solidFill>
                <a:latin typeface="Poppins"/>
              </a:rPr>
              <a:t>(a) 2/3     (b) 5/4     (c) 1/2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C6A94"/>
                </a:solidFill>
                <a:latin typeface="Poppins"/>
              </a:rPr>
              <a:t>Fractions Made Easy · Class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7C6A94"/>
                </a:solidFill>
                <a:latin typeface="Poppi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4C1D95"/>
                </a:solidFill>
                <a:latin typeface="Poppins"/>
              </a:rPr>
              <a:t>Shabaash!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7C6A94"/>
                </a:solidFill>
                <a:latin typeface="Poppins"/>
              </a:rPr>
              <a:t>Answers: Q1 (b) · Q2 (a) · Q3 (b)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