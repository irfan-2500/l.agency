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371600"/>
            <a:ext cx="6400800" cy="6400800"/>
          </a:xfrm>
          <a:prstGeom prst="ellipse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023360"/>
            <a:ext cx="3840480" cy="3840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2CFF"/>
                </a:solidFill>
                <a:latin typeface="Poppins"/>
              </a:rPr>
              <a:t>INVESTOR PITCH DECK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583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oppins"/>
              </a:rPr>
              <a:t>Your Startup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1B8"/>
                </a:solidFill>
                <a:latin typeface="Poppins"/>
              </a:rPr>
              <a:t>One line that explains what you do and for whom. Replace this text with your own pitch.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Describe the pain your customer feels today.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Who has this problem and how often?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What does it cost them in time or money?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Why current solutions are not good enough.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B2CFF"/>
                </a:solidFill>
                <a:latin typeface="Poppins"/>
              </a:rPr>
              <a:t>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5F2"/>
                </a:solidFill>
                <a:latin typeface="Poppins"/>
              </a:rPr>
              <a:t>Use one real customer story. Investors remember stories, not lists.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Your product in one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The key feature that solves the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Why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The change in the market that makes this possible today.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03 ·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Market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₹ ____ Cr
Total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₹ ____ Cr
Market you can serve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₹ ____ Cr
Market you can win in 3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04 ·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Business Model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How you charge: subscription, commission or one-time sale.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Average price per customer.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Cost to acquire one customer (CAC).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E2E5F2"/>
                </a:solidFill>
                <a:latin typeface="Poppins"/>
              </a:rPr>
              <a:t>Lifetime value of a customer (LTV).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B2CFF"/>
                </a:solidFill>
                <a:latin typeface="Poppins"/>
              </a:rPr>
              <a:t>Healthy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5F2"/>
                </a:solidFill>
                <a:latin typeface="Poppins"/>
              </a:rPr>
              <a:t>Aim for LTV at least 3× your CAC.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05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____ active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₹ ____ per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____ % month on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06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1460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2E5F2"/>
                </a:solidFill>
                <a:latin typeface="Poppins"/>
              </a:rPr>
              <a:t>Launch v1 and first 100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920240"/>
            <a:ext cx="251460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2E5F2"/>
                </a:solidFill>
                <a:latin typeface="Poppins"/>
              </a:rPr>
              <a:t>Add key feature and partnerships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51460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2E5F2"/>
                </a:solidFill>
                <a:latin typeface="Poppins"/>
              </a:rPr>
              <a:t>Expand to 3 new cities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920240"/>
            <a:ext cx="251460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2E5F2"/>
                </a:solidFill>
                <a:latin typeface="Poppins"/>
              </a:rPr>
              <a:t>Break-even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07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Name · past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Co-founder &amp; 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Name · tech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Head of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5F2"/>
                </a:solidFill>
                <a:latin typeface="Poppins"/>
              </a:rPr>
              <a:t>Name · marketing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B2CFF"/>
                </a:solidFill>
                <a:latin typeface="Poppins"/>
              </a:rPr>
              <a:t>08 ·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The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16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8B2CFF"/>
                </a:solidFill>
                <a:latin typeface="Poppins"/>
              </a:rPr>
              <a:t>Raising ₹ ____ Lakh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AA1B8"/>
                </a:solidFill>
                <a:latin typeface="Poppins"/>
              </a:rPr>
              <a:t>Use of funds: 40% product · 35% marketing · 25% hiring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1B8"/>
                </a:solidFill>
                <a:latin typeface="Poppins"/>
              </a:rPr>
              <a:t>Startup Pitch Deck · Your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1B8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8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1B8"/>
                </a:solidFill>
                <a:latin typeface="Poppins"/>
              </a:rPr>
              <a:t>founder@yourstartup.com · +91 XXXXX 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